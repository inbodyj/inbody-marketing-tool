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Lato Bold" charset="1" panose="020F0802020204030203"/>
      <p:regular r:id="rId7"/>
    </p:embeddedFont>
    <p:embeddedFont>
      <p:font typeface="Noto Sans Bold" charset="1" panose="020B0802040504020204"/>
      <p:regular r:id="rId8"/>
    </p:embeddedFont>
    <p:embeddedFont>
      <p:font typeface="Lato" charset="1" panose="020F0502020204030203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4853" y="559414"/>
            <a:ext cx="2046545" cy="720356"/>
          </a:xfrm>
          <a:custGeom>
            <a:avLst/>
            <a:gdLst/>
            <a:ahLst/>
            <a:cxnLst/>
            <a:rect r="r" b="b" t="t" l="l"/>
            <a:pathLst>
              <a:path h="720356" w="2046545">
                <a:moveTo>
                  <a:pt x="0" y="0"/>
                </a:moveTo>
                <a:lnTo>
                  <a:pt x="2046545" y="0"/>
                </a:lnTo>
                <a:lnTo>
                  <a:pt x="2046545" y="720356"/>
                </a:lnTo>
                <a:lnTo>
                  <a:pt x="0" y="720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584853" y="2143214"/>
            <a:ext cx="9121584" cy="7903805"/>
            <a:chOff x="0" y="0"/>
            <a:chExt cx="2402393" cy="2081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2393" cy="2081661"/>
            </a:xfrm>
            <a:custGeom>
              <a:avLst/>
              <a:gdLst/>
              <a:ahLst/>
              <a:cxnLst/>
              <a:rect r="r" b="b" t="t" l="l"/>
              <a:pathLst>
                <a:path h="2081661" w="2402393">
                  <a:moveTo>
                    <a:pt x="43286" y="0"/>
                  </a:moveTo>
                  <a:lnTo>
                    <a:pt x="2359106" y="0"/>
                  </a:lnTo>
                  <a:cubicBezTo>
                    <a:pt x="2383013" y="0"/>
                    <a:pt x="2402393" y="19380"/>
                    <a:pt x="2402393" y="43286"/>
                  </a:cubicBezTo>
                  <a:lnTo>
                    <a:pt x="2402393" y="2038374"/>
                  </a:lnTo>
                  <a:cubicBezTo>
                    <a:pt x="2402393" y="2049855"/>
                    <a:pt x="2397832" y="2060865"/>
                    <a:pt x="2389714" y="2068982"/>
                  </a:cubicBezTo>
                  <a:cubicBezTo>
                    <a:pt x="2381596" y="2077100"/>
                    <a:pt x="2370587" y="2081661"/>
                    <a:pt x="2359106" y="2081661"/>
                  </a:cubicBezTo>
                  <a:lnTo>
                    <a:pt x="43286" y="2081661"/>
                  </a:lnTo>
                  <a:cubicBezTo>
                    <a:pt x="31806" y="2081661"/>
                    <a:pt x="20796" y="2077100"/>
                    <a:pt x="12678" y="2068982"/>
                  </a:cubicBezTo>
                  <a:cubicBezTo>
                    <a:pt x="4560" y="2060865"/>
                    <a:pt x="0" y="2049855"/>
                    <a:pt x="0" y="2038374"/>
                  </a:cubicBezTo>
                  <a:lnTo>
                    <a:pt x="0" y="43286"/>
                  </a:lnTo>
                  <a:cubicBezTo>
                    <a:pt x="0" y="31806"/>
                    <a:pt x="4560" y="20796"/>
                    <a:pt x="12678" y="12678"/>
                  </a:cubicBezTo>
                  <a:cubicBezTo>
                    <a:pt x="20796" y="4560"/>
                    <a:pt x="31806" y="0"/>
                    <a:pt x="43286" y="0"/>
                  </a:cubicBezTo>
                  <a:close/>
                </a:path>
              </a:pathLst>
            </a:custGeom>
            <a:solidFill>
              <a:srgbClr val="E9ECF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402393" cy="2138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image</a:t>
              </a: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834358" y="10529601"/>
            <a:ext cx="4309142" cy="0"/>
          </a:xfrm>
          <a:prstGeom prst="line">
            <a:avLst/>
          </a:prstGeom>
          <a:ln cap="rnd" w="66675">
            <a:solidFill>
              <a:srgbClr val="971B2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6132116" y="1279770"/>
            <a:ext cx="3320526" cy="543697"/>
            <a:chOff x="0" y="0"/>
            <a:chExt cx="4427369" cy="72493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427369" cy="724930"/>
              <a:chOff x="0" y="0"/>
              <a:chExt cx="2769273" cy="45343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69273" cy="453436"/>
              </a:xfrm>
              <a:custGeom>
                <a:avLst/>
                <a:gdLst/>
                <a:ahLst/>
                <a:cxnLst/>
                <a:rect r="r" b="b" t="t" l="l"/>
                <a:pathLst>
                  <a:path h="453436" w="2769273">
                    <a:moveTo>
                      <a:pt x="2566073" y="0"/>
                    </a:moveTo>
                    <a:cubicBezTo>
                      <a:pt x="2678297" y="0"/>
                      <a:pt x="2769273" y="101505"/>
                      <a:pt x="2769273" y="226718"/>
                    </a:cubicBezTo>
                    <a:cubicBezTo>
                      <a:pt x="2769273" y="351931"/>
                      <a:pt x="2678297" y="453436"/>
                      <a:pt x="2566073" y="453436"/>
                    </a:cubicBezTo>
                    <a:lnTo>
                      <a:pt x="203200" y="453436"/>
                    </a:lnTo>
                    <a:cubicBezTo>
                      <a:pt x="90976" y="453436"/>
                      <a:pt x="0" y="351931"/>
                      <a:pt x="0" y="226718"/>
                    </a:cubicBezTo>
                    <a:cubicBezTo>
                      <a:pt x="0" y="10150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971B2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769273" cy="4915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704355" y="17729"/>
              <a:ext cx="3129855" cy="633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0"/>
                </a:lnSpc>
                <a:spcBef>
                  <a:spcPct val="0"/>
                </a:spcBef>
              </a:pPr>
              <a:r>
                <a:rPr lang="en-US" b="true" sz="2864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type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55876" y="10721548"/>
            <a:ext cx="2537147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ko-KR" sz="4599" b="1">
                <a:solidFill>
                  <a:srgbClr val="000000"/>
                </a:solidFill>
              </a:rPr>
              <a:t>체성분 분석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876" y="11633408"/>
            <a:ext cx="7901516" cy="62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ko-KR" sz="3600">
                <a:solidFill>
                  <a:srgbClr val="000000"/>
                </a:solidFill>
              </a:rPr>
              <a:t>InBody로 정확하게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DAHFHCtFb48</dc:identifier>
  <dcterms:modified xsi:type="dcterms:W3CDTF">2011-08-01T06:04:30Z</dcterms:modified>
  <cp:revision>1</cp:revision>
  <dc:title>Copy of Type A</dc:title>
</cp:coreProperties>
</file>